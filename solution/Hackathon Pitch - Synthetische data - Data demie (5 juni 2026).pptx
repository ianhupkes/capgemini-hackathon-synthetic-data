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59" r:id="rId4"/>
    <p:sldId id="264" r:id="rId5"/>
    <p:sldId id="263" r:id="rId6"/>
    <p:sldId id="260" r:id="rId7"/>
    <p:sldId id="257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77740"/>
  </p:normalViewPr>
  <p:slideViewPr>
    <p:cSldViewPr snapToGrid="0" snapToObjects="1">
      <p:cViewPr varScale="1">
        <p:scale>
          <a:sx n="130" d="100"/>
          <a:sy n="130" d="100"/>
        </p:scale>
        <p:origin x="1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4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</a:t>
            </a:r>
            <a:r>
              <a:rPr lang="en-US" dirty="0" err="1"/>
              <a:t>allemaal</a:t>
            </a:r>
            <a:r>
              <a:rPr lang="en-US" dirty="0"/>
              <a:t>! </a:t>
            </a:r>
            <a:r>
              <a:rPr lang="en-US" dirty="0" err="1"/>
              <a:t>Wij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groep</a:t>
            </a:r>
            <a:r>
              <a:rPr lang="en-US" dirty="0"/>
              <a:t> Data Demie </a:t>
            </a:r>
            <a:r>
              <a:rPr lang="en-US" dirty="0" err="1"/>
              <a:t>voor</a:t>
            </a:r>
            <a:r>
              <a:rPr lang="en-US" dirty="0"/>
              <a:t> de challenge van </a:t>
            </a:r>
            <a:r>
              <a:rPr lang="en-US" dirty="0" err="1"/>
              <a:t>Synthethische</a:t>
            </a:r>
            <a:r>
              <a:rPr lang="en-US" dirty="0"/>
              <a:t>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C2A8-D750-60EE-AA87-DFA335333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349B3-A9C6-0F29-DBF2-2D7735CC5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49B7C-B836-1E12-0F49-41E11325B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Dit is </a:t>
            </a:r>
            <a:r>
              <a:rPr lang="en-US" dirty="0" err="1"/>
              <a:t>waar</a:t>
            </a:r>
            <a:r>
              <a:rPr lang="en-US" dirty="0"/>
              <a:t> </a:t>
            </a:r>
            <a:r>
              <a:rPr lang="en-US" dirty="0" err="1"/>
              <a:t>synthetische</a:t>
            </a:r>
            <a:r>
              <a:rPr lang="en-US" dirty="0"/>
              <a:t> data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belangrijke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speelt</a:t>
            </a:r>
            <a:r>
              <a:rPr lang="en-US" dirty="0"/>
              <a:t>: </a:t>
            </a:r>
            <a:r>
              <a:rPr lang="en-US" dirty="0" err="1"/>
              <a:t>neppopulatie</a:t>
            </a:r>
            <a:r>
              <a:rPr lang="en-US" dirty="0"/>
              <a:t> data die we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gebruiken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vervanging</a:t>
            </a:r>
            <a:r>
              <a:rPr lang="en-US" dirty="0"/>
              <a:t> van de </a:t>
            </a:r>
            <a:r>
              <a:rPr lang="en-US" dirty="0" err="1"/>
              <a:t>echte</a:t>
            </a:r>
            <a:r>
              <a:rPr lang="en-US" dirty="0"/>
              <a:t> </a:t>
            </a:r>
            <a:r>
              <a:rPr lang="en-US" dirty="0" err="1"/>
              <a:t>populatie</a:t>
            </a:r>
            <a:r>
              <a:rPr lang="en-US" dirty="0"/>
              <a:t>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Maar,</a:t>
            </a:r>
          </a:p>
          <a:p>
            <a:pPr marL="171450" indent="-171450">
              <a:buFontTx/>
              <a:buChar char="-"/>
            </a:pPr>
            <a:r>
              <a:rPr lang="en-US" dirty="0"/>
              <a:t>Het is </a:t>
            </a:r>
            <a:r>
              <a:rPr lang="en-US" dirty="0" err="1"/>
              <a:t>moelijk</a:t>
            </a:r>
            <a:r>
              <a:rPr lang="en-US" dirty="0"/>
              <a:t> om </a:t>
            </a:r>
            <a:r>
              <a:rPr lang="en-US" dirty="0" err="1"/>
              <a:t>aan</a:t>
            </a:r>
            <a:r>
              <a:rPr lang="en-US" dirty="0"/>
              <a:t> datasets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komen</a:t>
            </a:r>
            <a:r>
              <a:rPr lang="en-US" dirty="0"/>
              <a:t> van </a:t>
            </a:r>
            <a:r>
              <a:rPr lang="en-US" dirty="0" err="1"/>
              <a:t>hoge</a:t>
            </a:r>
            <a:r>
              <a:rPr lang="en-US" dirty="0"/>
              <a:t> </a:t>
            </a:r>
            <a:r>
              <a:rPr lang="en-US" dirty="0" err="1"/>
              <a:t>kwaliteit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/>
              <a:t>Het </a:t>
            </a:r>
            <a:r>
              <a:rPr lang="en-US" dirty="0" err="1"/>
              <a:t>duurt</a:t>
            </a:r>
            <a:r>
              <a:rPr lang="en-US" dirty="0"/>
              <a:t> </a:t>
            </a:r>
            <a:r>
              <a:rPr lang="en-US" dirty="0" err="1"/>
              <a:t>eeuwen</a:t>
            </a:r>
            <a:r>
              <a:rPr lang="en-US" dirty="0"/>
              <a:t> om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ontwikkelen</a:t>
            </a:r>
            <a:r>
              <a:rPr lang="en-US" dirty="0"/>
              <a:t> die </a:t>
            </a:r>
            <a:r>
              <a:rPr lang="en-US" dirty="0" err="1"/>
              <a:t>goede</a:t>
            </a:r>
            <a:r>
              <a:rPr lang="en-US" dirty="0"/>
              <a:t> data </a:t>
            </a:r>
            <a:r>
              <a:rPr lang="en-US" dirty="0" err="1"/>
              <a:t>genereren</a:t>
            </a:r>
            <a:r>
              <a:rPr lang="en-US" dirty="0"/>
              <a:t>.. Het </a:t>
            </a:r>
            <a:r>
              <a:rPr lang="en-US" dirty="0" err="1"/>
              <a:t>ontwikkelen</a:t>
            </a:r>
            <a:r>
              <a:rPr lang="en-US" dirty="0"/>
              <a:t> van </a:t>
            </a:r>
            <a:r>
              <a:rPr lang="en-US" dirty="0" err="1"/>
              <a:t>moddellen</a:t>
            </a:r>
            <a:r>
              <a:rPr lang="en-US" dirty="0"/>
              <a:t> die </a:t>
            </a:r>
            <a:r>
              <a:rPr lang="en-US" dirty="0" err="1"/>
              <a:t>synthethsiche</a:t>
            </a:r>
            <a:r>
              <a:rPr lang="en-US" dirty="0"/>
              <a:t> </a:t>
            </a:r>
            <a:r>
              <a:rPr lang="en-US" dirty="0" err="1"/>
              <a:t>datsets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genereren</a:t>
            </a:r>
            <a:r>
              <a:rPr lang="en-US" dirty="0"/>
              <a:t> is complex.</a:t>
            </a:r>
          </a:p>
          <a:p>
            <a:pPr marL="171450" indent="-171450">
              <a:buFontTx/>
              <a:buChar char="-"/>
            </a:pPr>
            <a:r>
              <a:rPr lang="en-US" dirty="0"/>
              <a:t>Je </a:t>
            </a:r>
            <a:r>
              <a:rPr lang="en-US" dirty="0" err="1"/>
              <a:t>moet</a:t>
            </a:r>
            <a:r>
              <a:rPr lang="en-US" dirty="0"/>
              <a:t> model </a:t>
            </a:r>
            <a:r>
              <a:rPr lang="en-US" dirty="0" err="1"/>
              <a:t>bouwen</a:t>
            </a:r>
            <a:r>
              <a:rPr lang="en-US" dirty="0"/>
              <a:t>, </a:t>
            </a:r>
            <a:r>
              <a:rPr lang="en-US" dirty="0" err="1"/>
              <a:t>genereren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evalueren</a:t>
            </a:r>
            <a:r>
              <a:rPr lang="en-US" dirty="0"/>
              <a:t>. Kost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tijd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En </a:t>
            </a:r>
            <a:r>
              <a:rPr lang="en-US" dirty="0" err="1"/>
              <a:t>hierbij</a:t>
            </a:r>
            <a:r>
              <a:rPr lang="en-US" dirty="0"/>
              <a:t> </a:t>
            </a:r>
            <a:r>
              <a:rPr lang="en-US" dirty="0" err="1"/>
              <a:t>komt</a:t>
            </a:r>
            <a:r>
              <a:rPr lang="en-US" dirty="0"/>
              <a:t> </a:t>
            </a:r>
            <a:r>
              <a:rPr lang="en-US" dirty="0" err="1"/>
              <a:t>onze</a:t>
            </a:r>
            <a:r>
              <a:rPr lang="en-US" dirty="0"/>
              <a:t>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 err="1"/>
              <a:t>kijken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A249D-4D67-D767-7D65-ADC584DDD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72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err="1"/>
              <a:t>Wij</a:t>
            </a:r>
            <a:r>
              <a:rPr lang="en-US" sz="2800" dirty="0"/>
              <a:t> </a:t>
            </a:r>
            <a:r>
              <a:rPr lang="en-US" sz="2800" dirty="0" err="1"/>
              <a:t>transformeren</a:t>
            </a:r>
            <a:r>
              <a:rPr lang="en-US" sz="2800" dirty="0"/>
              <a:t> het hele </a:t>
            </a:r>
            <a:r>
              <a:rPr lang="en-US" sz="2800" dirty="0" err="1"/>
              <a:t>proces</a:t>
            </a:r>
            <a:r>
              <a:rPr lang="en-US" sz="2800" dirty="0"/>
              <a:t> </a:t>
            </a:r>
            <a:r>
              <a:rPr lang="en-US" sz="2800" dirty="0" err="1"/>
              <a:t>waardoor</a:t>
            </a:r>
            <a:r>
              <a:rPr lang="en-US" sz="2800" dirty="0"/>
              <a:t> je nu </a:t>
            </a:r>
            <a:r>
              <a:rPr lang="en-US" sz="2800" dirty="0" err="1"/>
              <a:t>sneller</a:t>
            </a:r>
            <a:r>
              <a:rPr lang="en-US" sz="2800" dirty="0"/>
              <a:t> </a:t>
            </a:r>
            <a:r>
              <a:rPr lang="en-US" sz="2800" dirty="0" err="1"/>
              <a:t>synthethische</a:t>
            </a:r>
            <a:r>
              <a:rPr lang="en-US" sz="2800" dirty="0"/>
              <a:t> datasets </a:t>
            </a:r>
            <a:r>
              <a:rPr lang="en-US" sz="2800" dirty="0" err="1"/>
              <a:t>kunt</a:t>
            </a:r>
            <a:r>
              <a:rPr lang="en-US" sz="2800" dirty="0"/>
              <a:t> </a:t>
            </a:r>
            <a:r>
              <a:rPr lang="en-US" sz="2800" dirty="0" err="1"/>
              <a:t>bouwen</a:t>
            </a:r>
            <a:r>
              <a:rPr lang="en-US" sz="2800" dirty="0"/>
              <a:t> die je </a:t>
            </a:r>
            <a:r>
              <a:rPr lang="en-US" sz="2800" dirty="0" err="1"/>
              <a:t>kan</a:t>
            </a:r>
            <a:r>
              <a:rPr lang="en-US" sz="2800" dirty="0"/>
              <a:t> </a:t>
            </a:r>
            <a:r>
              <a:rPr lang="en-US" sz="2800" dirty="0" err="1"/>
              <a:t>vertrouwen</a:t>
            </a:r>
            <a:r>
              <a:rPr lang="en-US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</a:t>
            </a:r>
            <a:r>
              <a:rPr lang="en-US" dirty="0" err="1"/>
              <a:t>duurt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dagen</a:t>
            </a:r>
            <a:r>
              <a:rPr lang="en-US" dirty="0"/>
              <a:t>, </a:t>
            </a:r>
            <a:r>
              <a:rPr lang="en-US" dirty="0" err="1"/>
              <a:t>weken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of </a:t>
            </a:r>
            <a:r>
              <a:rPr lang="en-US" dirty="0" err="1"/>
              <a:t>maanden</a:t>
            </a:r>
            <a:r>
              <a:rPr lang="en-US" dirty="0"/>
              <a:t>. Het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kwestie</a:t>
            </a:r>
            <a:r>
              <a:rPr lang="en-US" dirty="0"/>
              <a:t> van minute.</a:t>
            </a:r>
          </a:p>
          <a:p>
            <a:endParaRPr lang="en-US" dirty="0"/>
          </a:p>
          <a:p>
            <a:r>
              <a:rPr lang="en-US" dirty="0" err="1"/>
              <a:t>Jij</a:t>
            </a:r>
            <a:r>
              <a:rPr lang="en-US" dirty="0"/>
              <a:t> upload je model,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wij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 de rest.</a:t>
            </a:r>
          </a:p>
          <a:p>
            <a:endParaRPr lang="en-US" dirty="0"/>
          </a:p>
          <a:p>
            <a:r>
              <a:rPr lang="en-US" dirty="0"/>
              <a:t>Dit de impact::</a:t>
            </a:r>
          </a:p>
          <a:p>
            <a:r>
              <a:rPr lang="en-US" dirty="0"/>
              <a:t>Sneller </a:t>
            </a:r>
            <a:r>
              <a:rPr lang="en-US" dirty="0" err="1"/>
              <a:t>testen</a:t>
            </a:r>
            <a:r>
              <a:rPr lang="en-US" dirty="0"/>
              <a:t> </a:t>
            </a:r>
            <a:r>
              <a:rPr lang="en-US" dirty="0" err="1"/>
              <a:t>betekent</a:t>
            </a:r>
            <a:r>
              <a:rPr lang="en-US" dirty="0"/>
              <a:t> </a:t>
            </a:r>
            <a:r>
              <a:rPr lang="en-US" dirty="0" err="1"/>
              <a:t>betere</a:t>
            </a:r>
            <a:r>
              <a:rPr lang="en-US" dirty="0"/>
              <a:t> </a:t>
            </a:r>
            <a:r>
              <a:rPr lang="en-US" dirty="0" err="1"/>
              <a:t>modellen</a:t>
            </a:r>
            <a:endParaRPr lang="en-US" dirty="0"/>
          </a:p>
          <a:p>
            <a:r>
              <a:rPr lang="en-US" dirty="0" err="1"/>
              <a:t>Betere</a:t>
            </a:r>
            <a:r>
              <a:rPr lang="en-US" dirty="0"/>
              <a:t>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betekent</a:t>
            </a:r>
            <a:r>
              <a:rPr lang="en-US" dirty="0"/>
              <a:t> </a:t>
            </a:r>
            <a:r>
              <a:rPr lang="en-US" dirty="0" err="1"/>
              <a:t>betere</a:t>
            </a:r>
            <a:r>
              <a:rPr lang="en-US" dirty="0"/>
              <a:t> data</a:t>
            </a:r>
          </a:p>
          <a:p>
            <a:r>
              <a:rPr lang="en-US" dirty="0"/>
              <a:t>En </a:t>
            </a:r>
            <a:r>
              <a:rPr lang="en-US" dirty="0" err="1"/>
              <a:t>betere</a:t>
            </a:r>
            <a:r>
              <a:rPr lang="en-US" dirty="0"/>
              <a:t> data </a:t>
            </a:r>
            <a:r>
              <a:rPr lang="en-US" dirty="0" err="1"/>
              <a:t>zorgt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betere</a:t>
            </a:r>
            <a:r>
              <a:rPr lang="en-US" dirty="0"/>
              <a:t> </a:t>
            </a:r>
            <a:r>
              <a:rPr lang="en-US" dirty="0" err="1"/>
              <a:t>inzichten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Iedereen vindt pandemieën vervelend!</a:t>
            </a:r>
          </a:p>
          <a:p>
            <a:pPr fontAlgn="t"/>
            <a:b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Coronavirus, Een virus dat zich razendsnel verspreidde door Nederland.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 we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het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vervolg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inzichten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krijgen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populatie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maar die is er nu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dan?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privacy?</a:t>
            </a:r>
          </a:p>
          <a:p>
            <a:pPr fontAlgn="t"/>
            <a:endParaRPr lang="nl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-439783"/>
            <a:ext cx="5029200" cy="5029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8199120" y="2294708"/>
            <a:ext cx="2743200" cy="2743200"/>
          </a:xfrm>
          <a:prstGeom prst="ellipse">
            <a:avLst/>
          </a:prstGeom>
          <a:solidFill>
            <a:srgbClr val="007BC7"/>
          </a:solidFill>
          <a:ln w="12700">
            <a:noFill/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GovTechNL Hackathon · 4 </a:t>
            </a:r>
            <a:r>
              <a:rPr lang="en-US" sz="1100" b="1" dirty="0" err="1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</a:t>
            </a:r>
            <a:r>
              <a:rPr lang="en-US" sz="1100" b="1" dirty="0" err="1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</a:t>
            </a: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Voorkom</a:t>
            </a: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</a:t>
            </a: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</a:t>
            </a: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pandemie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Synthetic data – Data Demie Synthesizers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8432D-58F3-0CD9-2AC4-4B30B7B6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9B65D89B-AA33-A8E2-5BCE-6171C805D03E}"/>
              </a:ext>
            </a:extLst>
          </p:cNvPr>
          <p:cNvSpPr/>
          <p:nvPr/>
        </p:nvSpPr>
        <p:spPr>
          <a:xfrm>
            <a:off x="708008" y="3466391"/>
            <a:ext cx="2146662" cy="4571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55D57EC-D951-4D6E-871C-F0E7A62D7D31}"/>
              </a:ext>
            </a:extLst>
          </p:cNvPr>
          <p:cNvSpPr/>
          <p:nvPr/>
        </p:nvSpPr>
        <p:spPr>
          <a:xfrm>
            <a:off x="3417678" y="2392518"/>
            <a:ext cx="2227653" cy="83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Modelontwikkeling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traag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308FFDBC-846E-7547-E4E3-B363F62EC532}"/>
              </a:ext>
            </a:extLst>
          </p:cNvPr>
          <p:cNvSpPr/>
          <p:nvPr/>
        </p:nvSpPr>
        <p:spPr>
          <a:xfrm>
            <a:off x="3498669" y="3460236"/>
            <a:ext cx="2146662" cy="4571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A19D916-DEFC-CD34-9C6E-E12C68D5B9C3}"/>
              </a:ext>
            </a:extLst>
          </p:cNvPr>
          <p:cNvSpPr/>
          <p:nvPr/>
        </p:nvSpPr>
        <p:spPr>
          <a:xfrm>
            <a:off x="6156961" y="3460237"/>
            <a:ext cx="2146662" cy="4571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D36DB17-E0FF-EECD-F757-097FC8D8BAF6}"/>
              </a:ext>
            </a:extLst>
          </p:cNvPr>
          <p:cNvSpPr/>
          <p:nvPr/>
        </p:nvSpPr>
        <p:spPr>
          <a:xfrm>
            <a:off x="627017" y="2392518"/>
            <a:ext cx="2227653" cy="83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Toegang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kwalitatieve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is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lastig</a:t>
            </a:r>
            <a:endParaRPr lang="en-US" sz="1400" b="1" dirty="0">
              <a:solidFill>
                <a:srgbClr val="1A3A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35CB806-5683-06AE-F83B-95AFCE25AED5}"/>
              </a:ext>
            </a:extLst>
          </p:cNvPr>
          <p:cNvSpPr/>
          <p:nvPr/>
        </p:nvSpPr>
        <p:spPr>
          <a:xfrm>
            <a:off x="707136" y="557675"/>
            <a:ext cx="5120640" cy="142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Synthethische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data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speelt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een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belangrijke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rol</a:t>
            </a:r>
            <a:endParaRPr lang="nl-NL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0CE1C711-2288-8026-AA9F-0BE7E6EDB84A}"/>
              </a:ext>
            </a:extLst>
          </p:cNvPr>
          <p:cNvSpPr/>
          <p:nvPr/>
        </p:nvSpPr>
        <p:spPr>
          <a:xfrm>
            <a:off x="707136" y="164093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Maar…</a:t>
            </a:r>
            <a:endParaRPr lang="en-US" sz="1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D5D724A-AC15-0506-E1DE-7FA1F8CF9809}"/>
              </a:ext>
            </a:extLst>
          </p:cNvPr>
          <p:cNvSpPr/>
          <p:nvPr/>
        </p:nvSpPr>
        <p:spPr>
          <a:xfrm>
            <a:off x="6075970" y="2392518"/>
            <a:ext cx="2227653" cy="83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Modellen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bouwen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genereren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evalueren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kost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veel</a:t>
            </a:r>
            <a:r>
              <a:rPr lang="en-US" sz="1400" b="1" dirty="0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Arial" pitchFamily="34" charset="0"/>
                <a:cs typeface="Arial" pitchFamily="34" charset="-120"/>
              </a:rPr>
              <a:t>tijd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1256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86000" y="160109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oplossing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975463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Synthetische</a:t>
            </a:r>
            <a:r>
              <a:rPr lang="en-US" sz="3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datasets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je </a:t>
            </a:r>
            <a:r>
              <a:rPr lang="en-US" sz="32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kunt</a:t>
            </a:r>
            <a:r>
              <a:rPr lang="en-US" sz="3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vertrouwen</a:t>
            </a:r>
            <a:endParaRPr lang="en-US" sz="320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E7E7BA90-949D-FC7D-881A-AC2E945A7774}"/>
              </a:ext>
            </a:extLst>
          </p:cNvPr>
          <p:cNvSpPr/>
          <p:nvPr/>
        </p:nvSpPr>
        <p:spPr>
          <a:xfrm>
            <a:off x="-731520" y="3081349"/>
            <a:ext cx="2560320" cy="25603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C97450EC-ECB1-5722-057C-B8280C414346}"/>
              </a:ext>
            </a:extLst>
          </p:cNvPr>
          <p:cNvSpPr/>
          <p:nvPr/>
        </p:nvSpPr>
        <p:spPr>
          <a:xfrm>
            <a:off x="7223760" y="-579120"/>
            <a:ext cx="2743200" cy="2743200"/>
          </a:xfrm>
          <a:prstGeom prst="ellipse">
            <a:avLst/>
          </a:prstGeom>
          <a:solidFill>
            <a:srgbClr val="007BC7"/>
          </a:solidFill>
          <a:ln w="12700">
            <a:noFill/>
            <a:prstDash val="solid"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-182880" y="-182880"/>
            <a:ext cx="2926080" cy="2926080"/>
          </a:xfrm>
          <a:prstGeom prst="ellipse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640080" y="147447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Zijn er nog</a:t>
            </a:r>
            <a:endParaRPr lang="en-US" sz="6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vragen?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github.com/govtechnl/onegov2-synthetic-data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64008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Toekomstperspectief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</a:t>
            </a: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willen</a:t>
            </a: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</a:t>
            </a:r>
            <a:r>
              <a:rPr lang="en-US" sz="2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naartoe</a:t>
            </a: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898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37160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variabelen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42416" y="166420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Inkomen, werksector, verplaatsingsgedrag.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243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2416" y="260604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Betere guardrails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042416" y="289864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correctie + betrouwbaarheidsscores.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587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2416" y="38404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exportformaten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042416" y="41330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GeoJSON, koppeling met modelleersoftware.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937760" y="128016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38988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0096" y="137160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Zoeken i.p.v. selecteren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340096" y="166420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 een adres — direct resultaat.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937760" y="251460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62432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0096" y="260604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Meerdere partijen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340096" y="289864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GGD, RIVM en gemeenten in één databeeld.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937760" y="374904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85876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0096" y="38404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Actief ingrijpen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340096" y="41330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scenario voor beslissers bij uitbraak.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40080" y="491947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Optionele slide — backup bij vragen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oplevert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453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152704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weken naar seconden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42416" y="181965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een privacy-proof buurtbevolking genereren. Geen data-wrangling.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715768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4378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2416" y="282549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Nooit herleidbaar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42416" y="311810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Synthetisch + k-anonimiteit. Geen enkel echt persoon traceerbaar.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937760" y="1417320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54533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0096" y="152704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 statistisch betrouwbaar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340096" y="181965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validatie vs. CBS-brondata. Vertrouw het model.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937760" y="2715768"/>
            <a:ext cx="4023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4378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0096" y="282549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Schaalbaar voor heel Nederland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40096" y="311810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Ruimtelijk coherent. Draait op elke buurt, wijk of gemeente.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0080" y="4114800"/>
            <a:ext cx="2697480" cy="274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2519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8992" y="420624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640080" y="471830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synthetische personen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474720" y="4114800"/>
            <a:ext cx="2697480" cy="274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425196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913632" y="420624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2600" dirty="0"/>
          </a:p>
        </p:txBody>
      </p:sp>
      <p:sp>
        <p:nvSpPr>
          <p:cNvPr id="27" name="Text 19"/>
          <p:cNvSpPr/>
          <p:nvPr/>
        </p:nvSpPr>
        <p:spPr>
          <a:xfrm>
            <a:off x="3474720" y="471830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CBS-overeenkomst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309360" y="4114800"/>
            <a:ext cx="2697480" cy="27432"/>
          </a:xfrm>
          <a:prstGeom prst="rect">
            <a:avLst/>
          </a:prstGeom>
          <a:solidFill>
            <a:srgbClr val="2A7D4F"/>
          </a:solidFill>
          <a:ln w="12700">
            <a:solidFill>
              <a:srgbClr val="2A7D4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25196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48272" y="420624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31" name="Text 22"/>
          <p:cNvSpPr/>
          <p:nvPr/>
        </p:nvSpPr>
        <p:spPr>
          <a:xfrm>
            <a:off x="6309360" y="471830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echte personen herleidbaar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347"/>
          </a:solidFill>
          <a:ln w="12700">
            <a:solidFill>
              <a:srgbClr val="0D2347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457200" y="3200400"/>
            <a:ext cx="2560320" cy="25603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007BC7"/>
          </a:solidFill>
          <a:ln w="12700">
            <a:noFill/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3931920" y="2070027"/>
            <a:ext cx="5120640" cy="142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Voorkom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</a:t>
            </a: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pandemie</a:t>
            </a:r>
            <a:endParaRPr lang="nl-NL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D046A15-8588-3784-5730-B2BEB508B8E8}"/>
              </a:ext>
            </a:extLst>
          </p:cNvPr>
          <p:cNvSpPr/>
          <p:nvPr/>
        </p:nvSpPr>
        <p:spPr>
          <a:xfrm>
            <a:off x="3931920" y="169381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A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445</Words>
  <Application>Microsoft Macintosh PowerPoint</Application>
  <PresentationFormat>Diavoorstelling (16:9)</PresentationFormat>
  <Paragraphs>81</Paragraphs>
  <Slides>7</Slides>
  <Notes>7</Notes>
  <HiddenSlides>3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Wijk, Wessel van</cp:lastModifiedBy>
  <cp:revision>3</cp:revision>
  <dcterms:created xsi:type="dcterms:W3CDTF">2026-06-05T08:49:59Z</dcterms:created>
  <dcterms:modified xsi:type="dcterms:W3CDTF">2026-06-05T11:16:52Z</dcterms:modified>
</cp:coreProperties>
</file>